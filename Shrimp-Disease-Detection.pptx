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BM Plex Sans" panose="020B0503050203000203" pitchFamily="34" charset="0"/>
      <p:regular r:id="rId17"/>
    </p:embeddedFont>
    <p:embeddedFont>
      <p:font typeface="Outfit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DFD"/>
    <a:srgbClr val="FCFDFC"/>
    <a:srgbClr val="FBFDFC"/>
    <a:srgbClr val="FBFCFD"/>
    <a:srgbClr val="FEFDFD"/>
    <a:srgbClr val="FDFDFD"/>
    <a:srgbClr val="FBFDFD"/>
    <a:srgbClr val="CFD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BTRCN048 harsha vardhan reddy" userId="e819c262f3672978" providerId="LiveId" clId="{531CE53F-04B0-4FD7-8A98-9715CE8A6006}"/>
    <pc:docChg chg="undo custSel modSld">
      <pc:chgData name="23BTRCN048 harsha vardhan reddy" userId="e819c262f3672978" providerId="LiveId" clId="{531CE53F-04B0-4FD7-8A98-9715CE8A6006}" dt="2026-05-11T15:41:35.987" v="44" actId="207"/>
      <pc:docMkLst>
        <pc:docMk/>
      </pc:docMkLst>
      <pc:sldChg chg="addSp delSp modSp mod">
        <pc:chgData name="23BTRCN048 harsha vardhan reddy" userId="e819c262f3672978" providerId="LiveId" clId="{531CE53F-04B0-4FD7-8A98-9715CE8A6006}" dt="2026-05-11T15:37:29.396" v="9" actId="207"/>
        <pc:sldMkLst>
          <pc:docMk/>
          <pc:sldMk cId="0" sldId="256"/>
        </pc:sldMkLst>
        <pc:spChg chg="add mod">
          <ac:chgData name="23BTRCN048 harsha vardhan reddy" userId="e819c262f3672978" providerId="LiveId" clId="{531CE53F-04B0-4FD7-8A98-9715CE8A6006}" dt="2026-05-11T15:37:29.396" v="9" actId="207"/>
          <ac:spMkLst>
            <pc:docMk/>
            <pc:sldMk cId="0" sldId="256"/>
            <ac:spMk id="8" creationId="{21834FCD-A2B6-35EC-576F-BE2E73E442DF}"/>
          </ac:spMkLst>
        </pc:spChg>
        <pc:spChg chg="add del mod">
          <ac:chgData name="23BTRCN048 harsha vardhan reddy" userId="e819c262f3672978" providerId="LiveId" clId="{531CE53F-04B0-4FD7-8A98-9715CE8A6006}" dt="2026-05-11T15:36:29.510" v="5" actId="11529"/>
          <ac:spMkLst>
            <pc:docMk/>
            <pc:sldMk cId="0" sldId="256"/>
            <ac:spMk id="8" creationId="{FE99A621-EAC6-C075-CEB8-6CDF26E5C112}"/>
          </ac:spMkLst>
        </pc:spChg>
      </pc:sldChg>
      <pc:sldChg chg="addSp delSp modSp mod">
        <pc:chgData name="23BTRCN048 harsha vardhan reddy" userId="e819c262f3672978" providerId="LiveId" clId="{531CE53F-04B0-4FD7-8A98-9715CE8A6006}" dt="2026-05-11T15:38:17.464" v="16" actId="208"/>
        <pc:sldMkLst>
          <pc:docMk/>
          <pc:sldMk cId="0" sldId="257"/>
        </pc:sldMkLst>
        <pc:spChg chg="add del">
          <ac:chgData name="23BTRCN048 harsha vardhan reddy" userId="e819c262f3672978" providerId="LiveId" clId="{531CE53F-04B0-4FD7-8A98-9715CE8A6006}" dt="2026-05-11T15:37:46.250" v="11" actId="11529"/>
          <ac:spMkLst>
            <pc:docMk/>
            <pc:sldMk cId="0" sldId="257"/>
            <ac:spMk id="13" creationId="{001EE56C-A32A-BC90-7572-70215A8DB281}"/>
          </ac:spMkLst>
        </pc:spChg>
        <pc:spChg chg="add mod">
          <ac:chgData name="23BTRCN048 harsha vardhan reddy" userId="e819c262f3672978" providerId="LiveId" clId="{531CE53F-04B0-4FD7-8A98-9715CE8A6006}" dt="2026-05-11T15:38:17.464" v="16" actId="208"/>
          <ac:spMkLst>
            <pc:docMk/>
            <pc:sldMk cId="0" sldId="257"/>
            <ac:spMk id="14" creationId="{02314DF8-F8FE-A75D-C383-88D059020458}"/>
          </ac:spMkLst>
        </pc:spChg>
      </pc:sldChg>
      <pc:sldChg chg="addSp modSp mod">
        <pc:chgData name="23BTRCN048 harsha vardhan reddy" userId="e819c262f3672978" providerId="LiveId" clId="{531CE53F-04B0-4FD7-8A98-9715CE8A6006}" dt="2026-05-11T15:38:38.282" v="19" actId="208"/>
        <pc:sldMkLst>
          <pc:docMk/>
          <pc:sldMk cId="0" sldId="258"/>
        </pc:sldMkLst>
        <pc:spChg chg="add mod">
          <ac:chgData name="23BTRCN048 harsha vardhan reddy" userId="e819c262f3672978" providerId="LiveId" clId="{531CE53F-04B0-4FD7-8A98-9715CE8A6006}" dt="2026-05-11T15:38:38.282" v="19" actId="208"/>
          <ac:spMkLst>
            <pc:docMk/>
            <pc:sldMk cId="0" sldId="258"/>
            <ac:spMk id="13" creationId="{595B13E2-4408-3A14-AA52-F2D60D494F63}"/>
          </ac:spMkLst>
        </pc:spChg>
      </pc:sldChg>
      <pc:sldChg chg="addSp modSp mod">
        <pc:chgData name="23BTRCN048 harsha vardhan reddy" userId="e819c262f3672978" providerId="LiveId" clId="{531CE53F-04B0-4FD7-8A98-9715CE8A6006}" dt="2026-05-11T15:38:57.577" v="22" actId="208"/>
        <pc:sldMkLst>
          <pc:docMk/>
          <pc:sldMk cId="0" sldId="259"/>
        </pc:sldMkLst>
        <pc:spChg chg="add mod">
          <ac:chgData name="23BTRCN048 harsha vardhan reddy" userId="e819c262f3672978" providerId="LiveId" clId="{531CE53F-04B0-4FD7-8A98-9715CE8A6006}" dt="2026-05-11T15:38:57.577" v="22" actId="208"/>
          <ac:spMkLst>
            <pc:docMk/>
            <pc:sldMk cId="0" sldId="259"/>
            <ac:spMk id="17" creationId="{699358F5-ECE8-A755-C142-BD9427549565}"/>
          </ac:spMkLst>
        </pc:spChg>
      </pc:sldChg>
      <pc:sldChg chg="addSp modSp mod">
        <pc:chgData name="23BTRCN048 harsha vardhan reddy" userId="e819c262f3672978" providerId="LiveId" clId="{531CE53F-04B0-4FD7-8A98-9715CE8A6006}" dt="2026-05-11T15:39:20.428" v="27" actId="1037"/>
        <pc:sldMkLst>
          <pc:docMk/>
          <pc:sldMk cId="0" sldId="260"/>
        </pc:sldMkLst>
        <pc:spChg chg="add mod">
          <ac:chgData name="23BTRCN048 harsha vardhan reddy" userId="e819c262f3672978" providerId="LiveId" clId="{531CE53F-04B0-4FD7-8A98-9715CE8A6006}" dt="2026-05-11T15:39:20.428" v="27" actId="1037"/>
          <ac:spMkLst>
            <pc:docMk/>
            <pc:sldMk cId="0" sldId="260"/>
            <ac:spMk id="23" creationId="{C3D56691-5572-F76C-636F-93CC57F8EC6F}"/>
          </ac:spMkLst>
        </pc:spChg>
      </pc:sldChg>
      <pc:sldChg chg="addSp modSp mod">
        <pc:chgData name="23BTRCN048 harsha vardhan reddy" userId="e819c262f3672978" providerId="LiveId" clId="{531CE53F-04B0-4FD7-8A98-9715CE8A6006}" dt="2026-05-11T15:39:43.346" v="30" actId="208"/>
        <pc:sldMkLst>
          <pc:docMk/>
          <pc:sldMk cId="0" sldId="261"/>
        </pc:sldMkLst>
        <pc:spChg chg="add mod">
          <ac:chgData name="23BTRCN048 harsha vardhan reddy" userId="e819c262f3672978" providerId="LiveId" clId="{531CE53F-04B0-4FD7-8A98-9715CE8A6006}" dt="2026-05-11T15:39:43.346" v="30" actId="208"/>
          <ac:spMkLst>
            <pc:docMk/>
            <pc:sldMk cId="0" sldId="261"/>
            <ac:spMk id="13" creationId="{8E46D65C-5D56-09BC-53C2-13A59AD85192}"/>
          </ac:spMkLst>
        </pc:spChg>
      </pc:sldChg>
      <pc:sldChg chg="addSp modSp mod">
        <pc:chgData name="23BTRCN048 harsha vardhan reddy" userId="e819c262f3672978" providerId="LiveId" clId="{531CE53F-04B0-4FD7-8A98-9715CE8A6006}" dt="2026-05-11T15:40:07.334" v="34" actId="207"/>
        <pc:sldMkLst>
          <pc:docMk/>
          <pc:sldMk cId="0" sldId="262"/>
        </pc:sldMkLst>
        <pc:spChg chg="add mod">
          <ac:chgData name="23BTRCN048 harsha vardhan reddy" userId="e819c262f3672978" providerId="LiveId" clId="{531CE53F-04B0-4FD7-8A98-9715CE8A6006}" dt="2026-05-11T15:40:07.334" v="34" actId="207"/>
          <ac:spMkLst>
            <pc:docMk/>
            <pc:sldMk cId="0" sldId="262"/>
            <ac:spMk id="18" creationId="{325CD7A3-8387-BB3F-4F56-29A3CF2F4743}"/>
          </ac:spMkLst>
        </pc:spChg>
      </pc:sldChg>
      <pc:sldChg chg="addSp modSp mod">
        <pc:chgData name="23BTRCN048 harsha vardhan reddy" userId="e819c262f3672978" providerId="LiveId" clId="{531CE53F-04B0-4FD7-8A98-9715CE8A6006}" dt="2026-05-11T15:40:32.795" v="38" actId="207"/>
        <pc:sldMkLst>
          <pc:docMk/>
          <pc:sldMk cId="0" sldId="263"/>
        </pc:sldMkLst>
        <pc:spChg chg="add mod">
          <ac:chgData name="23BTRCN048 harsha vardhan reddy" userId="e819c262f3672978" providerId="LiveId" clId="{531CE53F-04B0-4FD7-8A98-9715CE8A6006}" dt="2026-05-11T15:40:32.795" v="38" actId="207"/>
          <ac:spMkLst>
            <pc:docMk/>
            <pc:sldMk cId="0" sldId="263"/>
            <ac:spMk id="9" creationId="{1E2AD46D-42B4-013D-3684-CF2DCB5F8FE1}"/>
          </ac:spMkLst>
        </pc:spChg>
      </pc:sldChg>
      <pc:sldChg chg="addSp modSp mod">
        <pc:chgData name="23BTRCN048 harsha vardhan reddy" userId="e819c262f3672978" providerId="LiveId" clId="{531CE53F-04B0-4FD7-8A98-9715CE8A6006}" dt="2026-05-11T15:41:14.964" v="41" actId="208"/>
        <pc:sldMkLst>
          <pc:docMk/>
          <pc:sldMk cId="0" sldId="264"/>
        </pc:sldMkLst>
        <pc:spChg chg="add mod">
          <ac:chgData name="23BTRCN048 harsha vardhan reddy" userId="e819c262f3672978" providerId="LiveId" clId="{531CE53F-04B0-4FD7-8A98-9715CE8A6006}" dt="2026-05-11T15:41:14.964" v="41" actId="208"/>
          <ac:spMkLst>
            <pc:docMk/>
            <pc:sldMk cId="0" sldId="264"/>
            <ac:spMk id="13" creationId="{44DFAB31-E4DB-3BFE-8533-FDA6EFD68621}"/>
          </ac:spMkLst>
        </pc:spChg>
      </pc:sldChg>
      <pc:sldChg chg="addSp modSp mod">
        <pc:chgData name="23BTRCN048 harsha vardhan reddy" userId="e819c262f3672978" providerId="LiveId" clId="{531CE53F-04B0-4FD7-8A98-9715CE8A6006}" dt="2026-05-11T15:41:35.987" v="44" actId="207"/>
        <pc:sldMkLst>
          <pc:docMk/>
          <pc:sldMk cId="0" sldId="265"/>
        </pc:sldMkLst>
        <pc:spChg chg="add mod">
          <ac:chgData name="23BTRCN048 harsha vardhan reddy" userId="e819c262f3672978" providerId="LiveId" clId="{531CE53F-04B0-4FD7-8A98-9715CE8A6006}" dt="2026-05-11T15:41:35.987" v="44" actId="207"/>
          <ac:spMkLst>
            <pc:docMk/>
            <pc:sldMk cId="0" sldId="265"/>
            <ac:spMk id="3" creationId="{B2F5993E-9AE0-26AB-8843-D2B53F4563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732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6252"/>
            <a:ext cx="64840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Shrimp Disease Detection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4519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Python and OpenCV — Camera-Based System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063246"/>
            <a:ext cx="5295781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4131231"/>
            <a:ext cx="50236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DEPT. OF CSE, JAIN (DEEMED-TO-BE UNIVERSITY), 2025–26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80190" y="474464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Submitted by: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Harsha Varshan Reddy, Yokshith D, Sushmanth V, Devi Sri Praneeth B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Under the Guidance of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Prof. Lanke Ravi Kumar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Assistant Professor, CSE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834FCD-A2B6-35EC-576F-BE2E73E442DF}"/>
              </a:ext>
            </a:extLst>
          </p:cNvPr>
          <p:cNvSpPr/>
          <p:nvPr/>
        </p:nvSpPr>
        <p:spPr>
          <a:xfrm>
            <a:off x="12868507" y="7772400"/>
            <a:ext cx="1639230" cy="362903"/>
          </a:xfrm>
          <a:prstGeom prst="rect">
            <a:avLst/>
          </a:prstGeom>
          <a:solidFill>
            <a:srgbClr val="FBFDFD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3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Problem: Disease in Shrimp Aquaculture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0808"/>
            <a:ext cx="3664744" cy="2773799"/>
          </a:xfrm>
          <a:prstGeom prst="roundRect">
            <a:avLst>
              <a:gd name="adj" fmla="val 736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14624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Rapid Spread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75660"/>
            <a:ext cx="31958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Bacterial and viral diseases like </a:t>
            </a:r>
            <a:r>
              <a:rPr lang="en-US" sz="17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White Spot Syndrome (WSSV)</a:t>
            </a: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7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Vibrio parahaemolyticus</a:t>
            </a: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cause mass mortality if untreated.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50808"/>
            <a:ext cx="3664863" cy="2773799"/>
          </a:xfrm>
          <a:prstGeom prst="roundRect">
            <a:avLst>
              <a:gd name="adj" fmla="val 736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406182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Traditional Methods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37566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visual inspection is </a:t>
            </a:r>
            <a:r>
              <a:rPr lang="en-US" sz="17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time-consuming, subjective,</a:t>
            </a: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detects disease only at late stages.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51421"/>
            <a:ext cx="7556421" cy="1685092"/>
          </a:xfrm>
          <a:prstGeom prst="roundRect">
            <a:avLst>
              <a:gd name="adj" fmla="val 1211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14624" y="5885855"/>
            <a:ext cx="29059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Laboratory Limitations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3762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by institutions like </a:t>
            </a:r>
            <a:r>
              <a:rPr lang="en-US" sz="17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ICAR-CIBA</a:t>
            </a: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are accurate but costly, slow, and inaccessible for real-time farm decisions.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314DF8-F8FE-A75D-C383-88D059020458}"/>
              </a:ext>
            </a:extLst>
          </p:cNvPr>
          <p:cNvSpPr/>
          <p:nvPr/>
        </p:nvSpPr>
        <p:spPr>
          <a:xfrm>
            <a:off x="12868507" y="7716644"/>
            <a:ext cx="1628078" cy="451401"/>
          </a:xfrm>
          <a:prstGeom prst="rect">
            <a:avLst/>
          </a:prstGeom>
          <a:solidFill>
            <a:srgbClr val="FDFDFD"/>
          </a:solidFill>
          <a:ln>
            <a:solidFill>
              <a:srgbClr val="FDFD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61975"/>
            <a:ext cx="8366760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Our Solution: Camera-Based AI Detection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504593"/>
            <a:ext cx="7952303" cy="4438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80113" y="3334107"/>
            <a:ext cx="4078486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camera placed above or near the tank captures live images of shrimps. These are processed using </a:t>
            </a:r>
            <a:r>
              <a:rPr lang="en-US" sz="140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and OpenCV</a:t>
            </a: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to: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929" y="6272391"/>
            <a:ext cx="271105" cy="2711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6518" y="6266855"/>
            <a:ext cx="227159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Enhance image quality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839" y="6272391"/>
            <a:ext cx="271105" cy="2711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92428" y="6266855"/>
            <a:ext cx="242125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Segment shrimp regions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929" y="7108210"/>
            <a:ext cx="271105" cy="27110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66518" y="7102673"/>
            <a:ext cx="5558552" cy="564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Extract visual features — color changes, lesions, abnormal patterns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839" y="7108210"/>
            <a:ext cx="271105" cy="27110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992428" y="7102673"/>
            <a:ext cx="5558671" cy="564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Predict healthy vs. diseased using a trained classifier (CNN)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5B13E2-4408-3A14-AA52-F2D60D494F63}"/>
              </a:ext>
            </a:extLst>
          </p:cNvPr>
          <p:cNvSpPr/>
          <p:nvPr/>
        </p:nvSpPr>
        <p:spPr>
          <a:xfrm>
            <a:off x="12801600" y="7667506"/>
            <a:ext cx="1728439" cy="553402"/>
          </a:xfrm>
          <a:prstGeom prst="rect">
            <a:avLst/>
          </a:prstGeom>
          <a:solidFill>
            <a:srgbClr val="FCFDFD"/>
          </a:solidFill>
          <a:ln>
            <a:solidFill>
              <a:srgbClr val="FCF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424577"/>
            <a:ext cx="3721298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System Architecture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77" y="1146096"/>
            <a:ext cx="6549033" cy="65490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99471" y="256663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Three-Layer Pipeline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9099471" y="2909054"/>
            <a:ext cx="3358753" cy="1052632"/>
          </a:xfrm>
          <a:prstGeom prst="roundRect">
            <a:avLst>
              <a:gd name="adj" fmla="val 6949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084231" y="2909054"/>
            <a:ext cx="60960" cy="1052632"/>
          </a:xfrm>
          <a:prstGeom prst="roundRect">
            <a:avLst>
              <a:gd name="adj" fmla="val 219768"/>
            </a:avLst>
          </a:prstGeom>
          <a:solidFill>
            <a:srgbClr val="A2B9F9"/>
          </a:solidFill>
          <a:ln/>
        </p:spPr>
      </p:sp>
      <p:sp>
        <p:nvSpPr>
          <p:cNvPr id="7" name="Text 4"/>
          <p:cNvSpPr/>
          <p:nvPr/>
        </p:nvSpPr>
        <p:spPr>
          <a:xfrm>
            <a:off x="9309259" y="307312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Hardware 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309259" y="3403283"/>
            <a:ext cx="2984897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Laptop/PC + webcam via OpenCV </a:t>
            </a:r>
            <a:r>
              <a:rPr lang="en-US" sz="11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VideoCapture(0)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99471" y="4059317"/>
            <a:ext cx="3358753" cy="1052632"/>
          </a:xfrm>
          <a:prstGeom prst="roundRect">
            <a:avLst>
              <a:gd name="adj" fmla="val 6949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084231" y="4059317"/>
            <a:ext cx="60960" cy="1052632"/>
          </a:xfrm>
          <a:prstGeom prst="roundRect">
            <a:avLst>
              <a:gd name="adj" fmla="val 219768"/>
            </a:avLst>
          </a:prstGeom>
          <a:solidFill>
            <a:srgbClr val="A2B9F9"/>
          </a:solidFill>
          <a:ln/>
        </p:spPr>
      </p:sp>
      <p:sp>
        <p:nvSpPr>
          <p:cNvPr id="11" name="Text 8"/>
          <p:cNvSpPr/>
          <p:nvPr/>
        </p:nvSpPr>
        <p:spPr>
          <a:xfrm>
            <a:off x="9309259" y="4223385"/>
            <a:ext cx="210907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 &amp; Processing Layer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309259" y="4553545"/>
            <a:ext cx="2984897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Loads </a:t>
            </a:r>
            <a:r>
              <a:rPr lang="en-US" sz="11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shrimp_model.h5</a:t>
            </a: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preprocesses frames to 224×224 RGB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099471" y="5209580"/>
            <a:ext cx="3358753" cy="1052632"/>
          </a:xfrm>
          <a:prstGeom prst="roundRect">
            <a:avLst>
              <a:gd name="adj" fmla="val 6949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084231" y="5209580"/>
            <a:ext cx="60960" cy="1052632"/>
          </a:xfrm>
          <a:prstGeom prst="roundRect">
            <a:avLst>
              <a:gd name="adj" fmla="val 219768"/>
            </a:avLst>
          </a:prstGeom>
          <a:solidFill>
            <a:srgbClr val="A2B9F9"/>
          </a:solidFill>
          <a:ln/>
        </p:spPr>
      </p:sp>
      <p:sp>
        <p:nvSpPr>
          <p:cNvPr id="15" name="Text 12"/>
          <p:cNvSpPr/>
          <p:nvPr/>
        </p:nvSpPr>
        <p:spPr>
          <a:xfrm>
            <a:off x="9309259" y="5373648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User Interaction Layer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309259" y="5703808"/>
            <a:ext cx="2984897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overlay, snapshot logging (</a:t>
            </a:r>
            <a:r>
              <a:rPr lang="en-US" sz="11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key), graceful exit (</a:t>
            </a:r>
            <a:r>
              <a:rPr lang="en-US" sz="11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r>
              <a:rPr lang="en-US" sz="11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key)</a:t>
            </a:r>
            <a:endParaRPr lang="en-US" sz="11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9358F5-ECE8-A755-C142-BD9427549565}"/>
              </a:ext>
            </a:extLst>
          </p:cNvPr>
          <p:cNvSpPr/>
          <p:nvPr/>
        </p:nvSpPr>
        <p:spPr>
          <a:xfrm>
            <a:off x="12723541" y="7695129"/>
            <a:ext cx="1806498" cy="445261"/>
          </a:xfrm>
          <a:prstGeom prst="rect">
            <a:avLst/>
          </a:prstGeom>
          <a:solidFill>
            <a:srgbClr val="FEFDFD"/>
          </a:solidFill>
          <a:ln>
            <a:solidFill>
              <a:srgbClr val="FCFD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67396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Implementation: Key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Environment Setup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</a:t>
            </a:r>
            <a:r>
              <a:rPr lang="en-US" sz="17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7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TensorFlow Keras modules.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Camera &amp; ROI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frame, crop center region where shrimp is held.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Color Masking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 BGR → HSV; create white-pixel mask using brightness range.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Classification Rule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white-pixel ratio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&gt; 15%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"Possibly Diseased"; else "Likely Healthy".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Display &amp; Log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Overlay result on frame; save snapshots or quit via keyboard.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D56691-5572-F76C-636F-93CC57F8EC6F}"/>
              </a:ext>
            </a:extLst>
          </p:cNvPr>
          <p:cNvSpPr/>
          <p:nvPr/>
        </p:nvSpPr>
        <p:spPr>
          <a:xfrm>
            <a:off x="12857356" y="7649737"/>
            <a:ext cx="1694985" cy="518903"/>
          </a:xfrm>
          <a:prstGeom prst="rect">
            <a:avLst/>
          </a:prstGeom>
          <a:solidFill>
            <a:srgbClr val="FCFDFD"/>
          </a:solidFill>
          <a:ln>
            <a:solidFill>
              <a:srgbClr val="FBFD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2114"/>
            <a:ext cx="78146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 &amp; Preprocessing Pipeline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852" y="1884521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1853" y="3053912"/>
            <a:ext cx="646293" cy="6462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42419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Display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5814" y="3055124"/>
            <a:ext cx="646293" cy="64629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42419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Predict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0380" y="3055124"/>
            <a:ext cx="646294" cy="64629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42419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Preprocess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2021" y="3055124"/>
            <a:ext cx="646293" cy="64629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42419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Capture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78168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dummy Keras model uses a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Flatten → Dense(64, ReLU) → Dense(2, softmax)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architecture, outputting probabilities for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"Good Condition"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(class 0) and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"Bad Condition"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(class 1). If </a:t>
            </a:r>
            <a:r>
              <a:rPr lang="en-US" sz="17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shrimp_model.h5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missing, it is auto-generated on first run.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46D65C-5D56-09BC-53C2-13A59AD85192}"/>
              </a:ext>
            </a:extLst>
          </p:cNvPr>
          <p:cNvSpPr/>
          <p:nvPr/>
        </p:nvSpPr>
        <p:spPr>
          <a:xfrm>
            <a:off x="12835054" y="7738946"/>
            <a:ext cx="1706136" cy="390293"/>
          </a:xfrm>
          <a:prstGeom prst="rect">
            <a:avLst/>
          </a:prstGeom>
          <a:solidFill>
            <a:srgbClr val="FCFDFD"/>
          </a:solidFill>
          <a:ln>
            <a:solidFill>
              <a:srgbClr val="FCFD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39115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Results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2344579"/>
            <a:ext cx="6690360" cy="4282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95460" y="1414105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Prototype Validation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395460" y="1818203"/>
            <a:ext cx="391858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system ran </a:t>
            </a:r>
            <a:r>
              <a:rPr lang="en-US" sz="13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without lag</a:t>
            </a: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a standard laptop webcam: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9395460" y="2458283"/>
            <a:ext cx="3918585" cy="1264682"/>
          </a:xfrm>
          <a:prstGeom prst="roundRect">
            <a:avLst>
              <a:gd name="adj" fmla="val 1235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286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576673" y="2639497"/>
            <a:ext cx="2170748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✅ Frame Capture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576673" y="3051215"/>
            <a:ext cx="3556159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Webcam feed opened successfully with proper hardware access.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395460" y="3855839"/>
            <a:ext cx="3918585" cy="1264682"/>
          </a:xfrm>
          <a:prstGeom prst="roundRect">
            <a:avLst>
              <a:gd name="adj" fmla="val 12359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286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576673" y="4037052"/>
            <a:ext cx="2265283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✅ Real-Time Inference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576673" y="4448770"/>
            <a:ext cx="3556159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Labels like </a:t>
            </a:r>
            <a:r>
              <a:rPr lang="en-US" sz="13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"Good Condition (0.XX)"</a:t>
            </a: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overlaid on every frame.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395460" y="5253395"/>
            <a:ext cx="3918585" cy="1019413"/>
          </a:xfrm>
          <a:prstGeom prst="roundRect">
            <a:avLst>
              <a:gd name="adj" fmla="val 15332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286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576673" y="5434608"/>
            <a:ext cx="2170748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✅ Snapshot Logging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576673" y="5846326"/>
            <a:ext cx="355615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key saved frames as </a:t>
            </a:r>
            <a:r>
              <a:rPr lang="en-US" sz="13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snapshot_0.jpg</a:t>
            </a: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etc.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395460" y="6422350"/>
            <a:ext cx="3918585" cy="1118473"/>
          </a:xfrm>
          <a:prstGeom prst="roundRect">
            <a:avLst>
              <a:gd name="adj" fmla="val 13974"/>
            </a:avLst>
          </a:prstGeom>
          <a:solidFill>
            <a:srgbClr val="B7C9F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053" y="6670238"/>
            <a:ext cx="217051" cy="1735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959697" y="6598563"/>
            <a:ext cx="3180755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Note: The model used was a </a:t>
            </a:r>
            <a:r>
              <a:rPr lang="en-US" sz="13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dummy placeholder</a:t>
            </a: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accuracy testing requires a real trained disease dataset.</a:t>
            </a:r>
            <a:endParaRPr lang="en-US" sz="13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5CD7A3-8387-BB3F-4F56-29A3CF2F4743}"/>
              </a:ext>
            </a:extLst>
          </p:cNvPr>
          <p:cNvSpPr/>
          <p:nvPr/>
        </p:nvSpPr>
        <p:spPr>
          <a:xfrm>
            <a:off x="12846205" y="7783551"/>
            <a:ext cx="1650380" cy="356839"/>
          </a:xfrm>
          <a:prstGeom prst="rect">
            <a:avLst/>
          </a:prstGeom>
          <a:solidFill>
            <a:srgbClr val="FDFDFD"/>
          </a:solidFill>
          <a:ln>
            <a:solidFill>
              <a:srgbClr val="FDFD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0324"/>
            <a:ext cx="62447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Visual Disease Indicators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02731"/>
            <a:ext cx="3700105" cy="2286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73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Diseased Shrimp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6347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Uniform shell color, no visible spots or lesions, active movement.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802731"/>
            <a:ext cx="3700224" cy="2286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5373053"/>
            <a:ext cx="37345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White Spot Syndrome (WSSV)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586347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Characteristic white spots on shell — a key visual cue the system targets for classification.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2AD46D-42B4-013D-3684-CF2DCB5F8FE1}"/>
              </a:ext>
            </a:extLst>
          </p:cNvPr>
          <p:cNvSpPr/>
          <p:nvPr/>
        </p:nvSpPr>
        <p:spPr>
          <a:xfrm>
            <a:off x="12901961" y="7727795"/>
            <a:ext cx="1583473" cy="412595"/>
          </a:xfrm>
          <a:prstGeom prst="rect">
            <a:avLst/>
          </a:prstGeom>
          <a:solidFill>
            <a:srgbClr val="FBFCFD"/>
          </a:solidFill>
          <a:ln>
            <a:solidFill>
              <a:srgbClr val="FEFD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38795"/>
            <a:ext cx="65979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87736"/>
            <a:ext cx="3664744" cy="3545324"/>
          </a:xfrm>
          <a:prstGeom prst="roundRect">
            <a:avLst>
              <a:gd name="adj" fmla="val 575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37484" y="21450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Proven Feasibility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37484" y="2635448"/>
            <a:ext cx="315015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prototype confirms that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shrimp health screening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using live camera feeds, OpenCV, and Keras is technically viable and runs in real time.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1887736"/>
            <a:ext cx="3664863" cy="3545324"/>
          </a:xfrm>
          <a:prstGeom prst="roundRect">
            <a:avLst>
              <a:gd name="adj" fmla="val 575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429042" y="21450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9042" y="2635448"/>
            <a:ext cx="315027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with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diseased shrimp datasets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add multi-disease classification, integrate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object detection, and connect to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IoT/cloud dashboards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remote monitoring.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59874"/>
            <a:ext cx="7556421" cy="1730812"/>
          </a:xfrm>
          <a:prstGeom prst="roundRect">
            <a:avLst>
              <a:gd name="adj" fmla="val 117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dist="292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484" y="59171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Impact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484" y="6407587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Enables faster farmer response — isolation, water treatment, oxygen correction — reducing mortality and </a:t>
            </a:r>
            <a:r>
              <a:rPr lang="en-US" sz="1750" b="1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economic losses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substantially.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DFAB31-E4DB-3BFE-8533-FDA6EFD68621}"/>
              </a:ext>
            </a:extLst>
          </p:cNvPr>
          <p:cNvSpPr/>
          <p:nvPr/>
        </p:nvSpPr>
        <p:spPr>
          <a:xfrm>
            <a:off x="12878158" y="7738946"/>
            <a:ext cx="1629579" cy="399453"/>
          </a:xfrm>
          <a:prstGeom prst="rect">
            <a:avLst/>
          </a:prstGeom>
          <a:solidFill>
            <a:srgbClr val="FCFDFD"/>
          </a:solidFill>
          <a:ln>
            <a:solidFill>
              <a:srgbClr val="FBF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5993E-9AE0-26AB-8843-D2B53F456366}"/>
              </a:ext>
            </a:extLst>
          </p:cNvPr>
          <p:cNvSpPr/>
          <p:nvPr/>
        </p:nvSpPr>
        <p:spPr>
          <a:xfrm>
            <a:off x="12879659" y="7727795"/>
            <a:ext cx="1672682" cy="412595"/>
          </a:xfrm>
          <a:prstGeom prst="rect">
            <a:avLst/>
          </a:prstGeom>
          <a:solidFill>
            <a:srgbClr val="FCFDFD"/>
          </a:solidFill>
          <a:ln>
            <a:solidFill>
              <a:srgbClr val="FCFD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593</Words>
  <Application>Microsoft Office PowerPoint</Application>
  <PresentationFormat>Custom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Outfit Medium</vt:lpstr>
      <vt:lpstr>Arial</vt:lpstr>
      <vt:lpstr>Consolas</vt:lpstr>
      <vt:lpstr>IBM Plex Sans</vt:lpstr>
      <vt:lpstr>Outfit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23BTRCN048 harsha vardhan reddy</cp:lastModifiedBy>
  <cp:revision>1</cp:revision>
  <dcterms:created xsi:type="dcterms:W3CDTF">2026-04-10T04:06:21Z</dcterms:created>
  <dcterms:modified xsi:type="dcterms:W3CDTF">2026-05-11T15:41:41Z</dcterms:modified>
</cp:coreProperties>
</file>